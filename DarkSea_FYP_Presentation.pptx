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188720"/>
            <a:ext cx="11274552" cy="21945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B4D8"/>
                </a:solidFill>
              </a:rPr>
              <a:t>🌊  DarkSea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0E0EF"/>
                </a:solidFill>
              </a:rPr>
              <a:t>A 3D First-Person Underwater Survival Horror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Supervisor: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Group 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SP25-X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Session: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2022–2026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Student:  Ali  (Your Roll No)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0292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"Millions of gamers seek immersive, story-driven survival experiences, yet the indie game market lacks titles that combine underwater horror, real-time oxygen management, and adaptive enemy AI within a single cohesive prototype. Existing games either focus purely on action or purely on exploration, leaving a gap for a tension-driven survival experience that tests both strategic thinking and reflexes. DarkSea bridges this gap by delivering a fully playable 3-level prototype with escalating AI behaviours, a resource-management system, and an immersive underwater atmosphere — built entirely in Unity."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Key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65836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30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3327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Design and implement a 3-level 3D underwater survival game using Unity and C#.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28216"/>
            <a:ext cx="11430000" cy="65836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300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0136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Develop an adaptive Enemy AI system with three distinct behavioural modes: Chase, Passive, and Hunt.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96312"/>
            <a:ext cx="11430000" cy="65836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300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6946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Implement a real-time Oxygen Management system that acts as the primary survival pressure mechanic.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64408"/>
            <a:ext cx="11430000" cy="65836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300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Build a complete user authentication flow (Register / Login / Forgot Password) using PlayerPrefs.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32504"/>
            <a:ext cx="11430000" cy="65836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782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300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0565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Create a progressive scoring system rewarding speed, oxygen conservation, and collectible retrieval.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00600"/>
            <a:ext cx="11430000" cy="65836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300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7375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Produce a polished, fully playable prototype ready for FYP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09728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🎯  Game Dev as a Career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Unity is one of the most in-demand engines worldwide. This project builds marketable skills in 3D game development, AI programming, and UX 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21992"/>
            <a:ext cx="11430000" cy="109728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🎯  Under-explored Genre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6090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Underwater horror survival is a niche genre with high commercial potential. DarkSea explores this space as a technical and creative challenge.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83864"/>
            <a:ext cx="11430000" cy="109728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🎯  AI Research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227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Implementing NavMesh-based enemy AI with multiple behavioural states applies real AI/ML concepts in a tangible, interactive medium.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45736"/>
            <a:ext cx="11430000" cy="109728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914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🎯  Full-Stack Game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846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From auth systems to score persistence to scene management — this project demonstrates end-to-end software architecture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Game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Genre: 3D First-Person Survival Horror (Underwater)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Engine: Unity (C#)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Perspective: First-Person with Rigidbody-based movement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Levels: 3 fully designed levels with unique objectives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Core Mechanic: Oxygen depletion — run out and it's Game Over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Enemy AI: NavMeshAgent with Chase / Passive / Hunt modes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Win Condition: Reach the level exit before oxygen runs out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🔹  Progression: Unlock next level by completing current one; best scores saved locally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1430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🎮  Casual Gamers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Players who enjoy short-session, tension-filled games with clear win/lose conditions and simple controls.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11430000" cy="11430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👾  Horror / Survival Enthusiasts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9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Fans of underwater horror and resource-management games such as Subnautica and Alien: Isolation.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11430000" cy="11430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🧑‍💻  Game Dev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Computer Science students studying Unity, AI, or game design who can learn from the open prototype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00600"/>
            <a:ext cx="11430000" cy="11430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🏫  Academic Evaluators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395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FYP committee members assessing software engineering, AI implementation, and system design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1887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🌊 Oxygen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Real-time oxygen drain forces time-pressure decisions. Pickups and tank collection replenish oxygen mid-level.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30000" cy="11887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🤖 Adaptive Enemy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Three AI modes (Chase / Passive / Hunt) give each level a distinct feel. Hunt mode uses mimic voice to disorient the player.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11430000" cy="11887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📡 Sonar Mechanic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SPACEBAR activates sonar — reveals wall distances and nearby enemies, but also risks triggering enemy alert.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37760"/>
            <a:ext cx="11430000" cy="11887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🏆 Scoring &amp;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Score = oxygen remaining × 10 + time bonus + tanks collected × 50. Best scores saved via PlayerPrefs per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Gameplay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960120"/>
            <a:ext cx="55778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🕹️ 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W / S — Move Forward / Backward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A / D + Mouse — Rotate / Turn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SPACEBAR — Activate Sonar pulse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SPACEBAR (close range) — Kill enemy (≤ 3.5 m)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ESC — Pause / 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⚙️  Rules &amp; 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Oxygen drains continuously — warning at ≤ 20%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Touch oxygen pickup → +40% oxygen refill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Collect 3 tanks (Level 2) to unlock exit gate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Reach exit trigger → level complete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Enemy catch range: 2.5 m → instant Game 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Scene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05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RegisterScene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05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User creates account (username / email / password)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17904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6362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636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LoginScene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6362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Login or recover password via email lookup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214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MainMenu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214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Welcome screen — Start Mission or Quit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33472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791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791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Level1_Transition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6791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3-second cutscene → auto-loads Level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91256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3697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2369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DarkSea (Level 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2369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Chase enemy, reach exit — earn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40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Level2_Transition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794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Cutscene bridge → Level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06824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525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525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Level_2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5254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Passive enemy — collect 3 tanks to unlock 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64608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103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9103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Level3_Transition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9103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Cutscene bridge → Level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422392"/>
            <a:ext cx="11430000" cy="493776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681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68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Level_3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4681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Hunt enemy (mimic voice, faster) — reach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Core Mechanic — Oxygen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69494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960120"/>
            <a:ext cx="429768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Oxygen drains at oxygenDecreaseSpeed units/second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UI warning activates when oxygen ≤ 20%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Oxygen hits 0 → ShowGameOver('OUT OF OXYGEN')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OxygenPickup triggers RefillOxygen(+40f)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CollectibleTank also refills oxygen on pickup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Enemy catch also calls ShowGameOver(reason)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Game Over sets Time.timeScale = 0 (freeze)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RestartGame() reloads current scene and resets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Quick 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508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Drain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83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Configurable per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2585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Warning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328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083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Pickup Refill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2826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+40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581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0325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OxygenSystem.cs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7823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EnemyAI_Final.cs, OxygenPickup.cs, CollectibleTank.cs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Enemy AI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3716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🔵  Passive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Patrol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Enemy patrols fixed waypoints. Never attacks the player. Used in Level 2 to create tension without direct danger.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13716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🔴  Chase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Pursuit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Enemy detects player and pursues via NavMeshAgent pathfinding. Kills player if within catchRange (2.5 m). Used in Level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40"/>
            <a:ext cx="11430000" cy="137160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🟠  Hunt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Advanced Pursuit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Faster speed + periodic mimic voice audio clips to confuse/disorient. Used in Level 3 as the hardest enemy variant.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300"/>
                </a:solidFill>
              </a:rPr>
              <a:t>Script: EnemyAI_Final.cs  |  Navigation: Unity NavMeshAgent  |  Kill Range: 2.5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Level Design — Level 1: DarkSea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Scene Name: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DarkSea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Objective: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Navigate the underwater maze and reach the exit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Enemy 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Chase Mode — actively pursues the 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AI Navigation: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NavMesh baked for DarkSea 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Win Condition: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Trigger LevelExit collider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Lose 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Oxygen depleted OR enemy catches player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Oxygen Pickups: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Present throughout maze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Sonar Use: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SPACEBAR reveals walls + detects nearby enemy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Score Formula: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Oxygen × 10 + Time Bonus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Transition: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Leads to Level2_Transition scene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Level Design — Level 2: Collect &amp; Survive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Scene Name: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Level_2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Objective: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Collect 3 oxygen tanks scattered in the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Enemy 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Passive Mode — patrols but never attacks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Mission Item: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CollectibleTank — 3 required to unlock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Win Condition: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Collect all 3 tanks THEN trigger LevelExit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Lose 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Oxygen depleted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Oxygen Refill: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Each tank pickup also refills oxygen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UI Counter: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Tank counter updated on each pickup (TankCollector)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Score Formula: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Oxygen × 10 + Time Bonus + Tanks × 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Transition: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Leads to Level3_Transition scene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Level Design — Level 3: Hunt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Scene Name: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Level_3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Objective: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Survive the Hunt enemy and reach the 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Enemy 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Hunt Mode — faster speed + mimic voice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Mimic Voice: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Enemy plays periodic audio clips to disorient player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Win Condition: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Trigger LevelExit collider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Lose 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Oxygen depleted OR enemy catches player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Difficulty: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Highest — fastest enemy, psychological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Oxygen Pickups: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Present but harder to safely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Score Formula: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Oxygen × 10 + Time Bonus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Final Level: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Completion shows Game Complete / Thank You screen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Sonar System &amp; Player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960120"/>
            <a:ext cx="55778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Player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Script: PlayerMovementFinal.cs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Movement: Rigidbody.MovePosition (W/S axis)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Rotation: A/D + Mouse X (combined rotation)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SPACEBAR — dual-function key: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     • Sonar pulse: measures wall distances, detects enemy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     • Kill: if enemy within killRange (3.5 m) → enemy destroyed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[RequireComponent(Rigidbody)] enforced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SonarSystem.cs exists but is superseded by PlayerMovementFinal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Sonar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Sonar outputs distance readout to screen UI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Sonar detects EnemyAI_Final tagged objects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KillRange check: Physics.OverlapSphere(3.5 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Kill → LevelManager.EnemyKilled() → Win panel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ESC → PauseManager toggles pause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Pause: Time.timeScale = 0 / Resume: = 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GameMessage.Show() for on-screen flash alerts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WaitForSecondsRealtime — works during pause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Scoring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C300"/>
                </a:solidFill>
              </a:rPr>
              <a:t>Score  =  (Oxygen × 10)  +  Time Bonus  +  (Tanks × 50)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solidFill>
            <a:srgbClr val="0514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Oxygen Bonus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83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Oxygen Remaining ×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Rewards efficient oxygen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685800"/>
          </a:xfrm>
          <a:prstGeom prst="rect">
            <a:avLst/>
          </a:prstGeom>
          <a:solidFill>
            <a:srgbClr val="0514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Time Bonus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Configurable per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Rewards completing level quickly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11064240" cy="685800"/>
          </a:xfrm>
          <a:prstGeom prst="rect">
            <a:avLst/>
          </a:prstGeom>
          <a:solidFill>
            <a:srgbClr val="0514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Tank Bonus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Tanks Collected × 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Level 2 only — rewards full collection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11064240" cy="685800"/>
          </a:xfrm>
          <a:prstGeom prst="rect">
            <a:avLst/>
          </a:prstGeom>
          <a:solidFill>
            <a:srgbClr val="0514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Best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51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Saved to PlayerPrefs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Key: "BestScore_L{levelNumber}"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11064240" cy="685800"/>
          </a:xfrm>
          <a:prstGeom prst="rect">
            <a:avLst/>
          </a:prstGeom>
          <a:solidFill>
            <a:srgbClr val="0514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Level Unlock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074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PlayerPrefs[UnlockedLevel]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74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Increments on level completion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🎮  Game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Unity (LTS)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005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Primary development environment; 3D scene management, physics, rendering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114300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💻 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47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C#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47672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gameplay scripts written in C# (.cs) under Assets/GameScripts/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43784"/>
            <a:ext cx="114300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89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🧭 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89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Unity NavMesh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889504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NavMeshAgent drives EnemyAI_Final pathfinding across baked NavMesh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114300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313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💾 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313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Unity PlayerPrefs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31336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Stores user accounts (plaintext prototype), scores, and level unlock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27448"/>
            <a:ext cx="114300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73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📦  Plugins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773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NuGet Packages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773168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NuGet folder present under Assets/Plugins/ for extended library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300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🎨  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300"/>
                </a:solidFill>
              </a:rPr>
              <a:t>Custom Textures/Materials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715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medieval_blocks_03_diff_4k.mat; brown mud 4K blend textures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UI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3385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MainMenuController  |  PauseManager  |  OxygenSystem UI  |  GameMessage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920240"/>
            <a:ext cx="2743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09728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396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Gameplay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3969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PlayerMovementFinal  |  OxygenSystem  |  EnemyAI_Final  |  LevelExit  |  LevelManager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926080"/>
            <a:ext cx="2743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455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Collectibles &amp;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4553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OxygenPickup  |  CollectibleTank  |  TankCollector (static counter)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931920"/>
            <a:ext cx="2743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09728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513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Scene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5137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TransitionManager  |  SceneManager.LoadScene()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4937760"/>
            <a:ext cx="2743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0972800" cy="82296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572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Auth &amp;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5721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RegisterManager  |  LoginTabSystem  |  PlayerPrefs (local storage only)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Authentication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4173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RegisterManager.cs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Accepts: Username, Email, Password, Confirm Password
Saves: PlayerPrefs[username] = password  |  PlayerPrefs[username_email] = email
Redirects to: LoginScene after successful registration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32888"/>
            <a:ext cx="11430000" cy="14173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LoginTabSystem.cs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008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Tab/Enter key support for smooth field navigation
Forgot Password popup: shows password in plaintext if email matches stored value
Sets: PlayerPrefs[CurrentPlayer] = username  →  used by MainMenuController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05656"/>
            <a:ext cx="11430000" cy="14173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513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MainMenuController.cs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6285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Displays: "Welcome, [CurrentPlayer]!" greeting text
Buttons: Start Mission → Level1_Transition  |  Quit → Application.Quit()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C300"/>
                </a:solidFill>
              </a:rPr>
              <a:t>⚠️  Note: Passwords stored in plaintext via PlayerPrefs — intentional simplification for prototype scope.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Player can Register, Login, and recover password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Player can move (W/S) and rotate (A/D + Mouse) in 3D space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Oxygen depletes over time; game ends when oxygen reaches zero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Player can collect oxygen pickups to replenish oxygen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Enemy AI can patrol (Passive), chase (Chase), or hunt with audio (Hunt)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Sonar (SPACEBAR) detects walls and nearby enemies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Player can kill enemy via SPACEBAR within 3.5 m range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Level 2: Player must collect 3 tanks before exit unlocks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Level exit calculates and saves best score per level to PlayerPrefs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Pause menu (ESC) provides Resume, Restart, and Main Menu options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Game Over screen appears on oxygen depletion or enemy catch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 Level completion unlocks next level in PlayerPrefs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00584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⚡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Game must maintain stable frame rate on mid-range PC hardware. Physics and NavMesh calculations must not cause perceptible lag.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1430000" cy="100584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🎮 Usability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Controls must be intuitive. HUD (oxygen bar, tank counter, flash messages) must be readable at all times during gameplay.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1430000" cy="100584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🔒 Security (Prototype Scope)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85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Auth is local PlayerPrefs — adequate for a prototype. No network calls, no server-side exposure.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89120"/>
            <a:ext cx="11430000" cy="100584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🔧 Maintainability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Scripts follow single-responsibility where possible. OxygenSystem, EnemyAI, and LevelExit are modular and independently editable.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📈 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71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TransitionManager and LevelExit architecture support adding new levels by simply creating new scenes and updating nextSceneName.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960120"/>
            <a:ext cx="557784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🖥️  Hardware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CPU: Dual-core 2.0 GHz or higher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RAM: 4 GB minimum (8 GB recommended)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GPU: DirectX 11 compatible graphics card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Storage: ~500 MB for project build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Input: Keyboard + Mouse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Display: 1280 × 720 minimum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💻  Software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OS: Windows 10 / 11 (64-bit)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Unity: 2021 LTS or newer (for development)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Runtime: Unity Player (bundled in build)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.NET: .NET Standard 2.1 (via Unity)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NavMesh: Baked into DarkSea scene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▪  No internet connection required (offline game)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 use case diagram shows how different actors interact with the DarkSea system.
Actors:
  • Player (primary) — interacts with all gameplay systems
  • System / Unity Engine — manages scene transitions, physics, NavMesh
Key Use Cases:
  • Register / Login / Recover Password
  • Start Game / Navigate Level / Collect Items
  • Activate Sonar / Kill Enemy
  • Pause / Resume / Restart Game
  • Complete Level / View Score / Unlock Next Level
[Insert formal UML Use Case Diagram here]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SWOT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2560320"/>
          </a:xfrm>
          <a:prstGeom prst="rect">
            <a:avLst/>
          </a:prstGeom>
          <a:solidFill>
            <a:srgbClr val="0820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💪 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Original game concept with unique mechanics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Full 3-level playable prototype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Modular, extensible C# codebase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Adaptive enemy AI with 3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60120"/>
            <a:ext cx="5577840" cy="2560320"/>
          </a:xfrm>
          <a:prstGeom prst="rect">
            <a:avLst/>
          </a:prstGeom>
          <a:solidFill>
            <a:srgbClr val="082040"/>
          </a:solidFill>
          <a:ln w="127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300"/>
                </a:solidFill>
              </a:rPr>
              <a:t>⚠️  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PlayerPrefs auth — not production-grade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Sonar logic duplicated across two scripts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No sound/music system beyond mimic voice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Limited level variety (3 levels)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03320"/>
            <a:ext cx="5577840" cy="2560320"/>
          </a:xfrm>
          <a:prstGeom prst="rect">
            <a:avLst/>
          </a:prstGeom>
          <a:solidFill>
            <a:srgbClr val="082040"/>
          </a:solidFill>
          <a:ln w="12700">
            <a:solidFill>
              <a:srgbClr val="00C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55"/>
                </a:solidFill>
              </a:rPr>
              <a:t>🌟  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Expand to 5+ levels with new mechanics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Add multiplayer / co-op survival mode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Publish as indie game on itch.io / Steam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Integrate backend auth (Firebase / Supabase)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03320"/>
            <a:ext cx="5577840" cy="2560320"/>
          </a:xfrm>
          <a:prstGeom prst="rect">
            <a:avLst/>
          </a:prstGeom>
          <a:solidFill>
            <a:srgbClr val="082040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444"/>
                </a:solidFill>
              </a:rPr>
              <a:t>⚡  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Competition from established horror titles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Motion sickness risk in FPS underwater view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NavMesh limitations in complex 3D mazes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▪  Time constraints for FYP deadline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Future Scope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84124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🔊 Full Audio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Ambient underwater soundscape, dynamic music that intensifies near enemies, and spatial audio for enemy footsteps.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11096"/>
            <a:ext cx="11430000" cy="84124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🌐 Backend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9514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Replace PlayerPrefs with Firebase Auth or Supabase for real user accounts, cloud save, and password hashing.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62072"/>
            <a:ext cx="11430000" cy="84124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🗺️ Level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Design 5+ additional levels with new terrain types (caves, shipwrecks), additional enemy variants, and boss encounters.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13048"/>
            <a:ext cx="11430000" cy="84124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📱 Mobile 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970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Port to Android using Unity's mobile build pipeline with touch-based joystick controls and accelerometer sonar.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64024"/>
            <a:ext cx="11430000" cy="84124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914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🏆 Global Leaderboard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Online score submission with real-time leaderboard using Firebase Firestore or PlayFab.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15000"/>
            <a:ext cx="11430000" cy="841248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4243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🤝 Co-op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9904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Two-player cooperative survival using Unity Netcode for GameObjects — share oxygen, revive each other.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11274552" cy="2926080"/>
          </a:xfrm>
          <a:prstGeom prst="rect">
            <a:avLst/>
          </a:prstGeom>
          <a:solidFill>
            <a:srgbClr val="0A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B4D8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"The best games are not those with the highest budgets,
but those with the deepest ideas."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0E0EF"/>
                </a:solidFill>
              </a:rPr>
              <a:t>— Anonymous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488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E0EF"/>
                </a:solidFill>
              </a:rPr>
              <a:t>DarkSea Prototype  |  FYP 2022–2026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